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>
                <a:solidFill>
                  <a:srgbClr val="333333"/>
                </a:solidFill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b="1">
                <a:solidFill>
                  <a:srgbClr val="ED1C24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>
                <a:solidFill>
                  <a:srgbClr val="333333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333333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333333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333333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333333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You Made This Possible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Freedom From Poverty Foundation — 2026 Donor Appreciation Dinner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solidFill/>
              </a:rPr>
              <a:t>Speaker: Vinod Dargan | Runtime: ~15 minutes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1 — The Voice That Stays With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>
                <a:solidFill/>
              </a:rPr>
              <a:t>(Video or photo of a patient before and after)</a:t>
            </a:r>
          </a:p>
          <a:p>
            <a:pPr lvl="0" indent="0" marL="1270000">
              <a:buNone/>
            </a:pPr>
            <a:r>
              <a:rPr sz="2000">
                <a:solidFill>
                  <a:srgbClr val="ED1C24"/>
                </a:solidFill>
              </a:rPr>
              <a:t>[Patient’s testimony — his own words about what the camp meant to him, what his life was before, and what it is now.]</a:t>
            </a:r>
          </a:p>
          <a:p>
            <a:pPr lvl="0" indent="0" marL="0">
              <a:buNone/>
            </a:pPr>
            <a:r>
              <a:rPr i="1">
                <a:solidFill/>
              </a:rPr>
              <a:t>[PLACEHOLDER: Insert patient’s name and key quotes from video testimony once confirmed.]</a:t>
            </a:r>
          </a:p>
          <a:p>
            <a:pPr lvl="0" indent="0" marL="1270000">
              <a:buNone/>
            </a:pPr>
            <a:r>
              <a:rPr sz="2000" b="1">
                <a:solidFill>
                  <a:srgbClr val="ED1C24"/>
                </a:solidFill>
              </a:rPr>
              <a:t>Agent NOTE:</a:t>
            </a:r>
            <a:r>
              <a:rPr sz="2000">
                <a:solidFill>
                  <a:srgbClr val="ED1C24"/>
                </a:solidFill>
              </a:rPr>
              <a:t> CHECK with RAVI about what patient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2 — You Did That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They are alive and healing today because of the people in this room.</a:t>
            </a:r>
          </a:p>
          <a:p>
            <a:pPr lvl="0" indent="0" marL="0">
              <a:buNone/>
            </a:pPr>
            <a:r>
              <a:rPr>
                <a:solidFill/>
              </a:rPr>
              <a:t>Not the foundation. Not only the surgeons.</a:t>
            </a:r>
          </a:p>
          <a:p>
            <a:pPr lvl="0" indent="0" marL="0">
              <a:buNone/>
            </a:pPr>
            <a:r>
              <a:rPr b="1">
                <a:solidFill/>
              </a:rPr>
              <a:t>You.</a:t>
            </a:r>
          </a:p>
          <a:p>
            <a:pPr lvl="0" indent="0" marL="0">
              <a:buNone/>
            </a:pPr>
            <a:r>
              <a:rPr>
                <a:solidFill/>
              </a:rPr>
              <a:t>Your dollars became their surgery. Your faith in this mission became their second chance.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3 — The Numbers From Jamkhed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solidFill/>
              </a:rPr>
              <a:t>2026 Surgical &amp; Medical Camps — Julia Hospital, Jamkhed, India</a:t>
            </a:r>
          </a:p>
          <a:p>
            <a:pPr lvl="0" indent="0" marL="0">
              <a:buNone/>
            </a:pPr>
            <a:r>
              <a:rPr>
                <a:solidFill/>
              </a:rPr>
              <a:t>In partnership with the Comprehensive Rural Health Project (CRHP)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Surgeries performed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[insert count]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Patients screened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[insert count]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Medical procedures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[insert count]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Follow-up care plans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[insert count]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Volunteers deployed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Countries represented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>
                <a:solidFill>
                  <a:srgbClr val="ED1C24"/>
                </a:solidFill>
              </a:rPr>
              <a:t>Agent NOTE:</a:t>
            </a:r>
            <a:r>
              <a:rPr sz="2000">
                <a:solidFill>
                  <a:srgbClr val="ED1C24"/>
                </a:solidFill>
              </a:rPr>
              <a:t> Play Thank you videos as they have the exact numbers (found in Google Drive of Media Team)</a:t>
            </a:r>
          </a:p>
          <a:p>
            <a:pPr lvl="0" indent="0" marL="0">
              <a:buNone/>
            </a:pPr>
            <a:r>
              <a:rPr i="1">
                <a:solidFill/>
              </a:rPr>
              <a:t>[PLACEHOLDER: Insert confirmed impact numbers from 2026 camps.]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4 — Over Three Decades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This did not begin in 2026.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250,000+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patients treated through mobile clinics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Jaipur Foot prostheses — built for rural life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38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 continuous operations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Cataract missions. Pre-natal education. Community housing. Social worker training.</a:t>
            </a:r>
          </a:p>
          <a:p>
            <a:pPr lvl="0" indent="0" marL="0">
              <a:buNone/>
            </a:pPr>
            <a:r>
              <a:rPr>
                <a:solidFill/>
              </a:rPr>
              <a:t>Your support joins a legacy that stretches back to a mathematics professor named Dr. T.D. Dwivedi, who asked one question in 1988:</a:t>
            </a:r>
          </a:p>
          <a:p>
            <a:pPr lvl="0" indent="0" marL="0">
              <a:buNone/>
            </a:pPr>
            <a:r>
              <a:rPr b="1">
                <a:solidFill/>
              </a:rPr>
              <a:t>“What would it take to break the poverty cycle for the most disadvantaged?”</a:t>
            </a:r>
          </a:p>
          <a:p>
            <a:pPr lvl="0" indent="0" marL="0">
              <a:buNone/>
            </a:pPr>
            <a:r>
              <a:rPr>
                <a:solidFill/>
              </a:rPr>
              <a:t>His son, Dr. Shivendra Dwivedi, and every person in this room are still answering it.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5 — Meet Archana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She survived burns that nearly took her life. She fought through recovery. She became a mother.</a:t>
            </a:r>
          </a:p>
          <a:p>
            <a:pPr lvl="0" indent="0" marL="0">
              <a:buNone/>
            </a:pPr>
            <a:r>
              <a:rPr>
                <a:solidFill/>
              </a:rPr>
              <a:t>Her story is not about what happened to her. It is about how her life has been saved and her next steps.</a:t>
            </a:r>
          </a:p>
          <a:p>
            <a:pPr lvl="0" indent="0" marL="0">
              <a:buNone/>
            </a:pPr>
            <a:r>
              <a:rPr b="1">
                <a:solidFill/>
              </a:rPr>
              <a:t>[PLAY 2-MINUTE DOCUMENTARY PREVIEW]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6 — The Team Who Went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24 volunteers left their practices, their families, and their comfort.</a:t>
            </a:r>
          </a:p>
          <a:p>
            <a:pPr lvl="0" indent="0" marL="0">
              <a:buNone/>
            </a:pPr>
            <a:r>
              <a:rPr>
                <a:solidFill/>
              </a:rPr>
              <a:t>Surgeons. Anesthesiologists. Therapists. A nurse. A student. A dental team. Translators. Administrators. A communications crew.</a:t>
            </a:r>
          </a:p>
          <a:p>
            <a:pPr lvl="0" indent="0" marL="0">
              <a:buNone/>
            </a:pPr>
            <a:r>
              <a:rPr>
                <a:solidFill/>
              </a:rPr>
              <a:t>They worked long days in difficult conditions and they will be doing it again next year!</a:t>
            </a:r>
          </a:p>
          <a:p>
            <a:pPr lvl="0" indent="0" marL="0">
              <a:buNone/>
            </a:pPr>
            <a:r>
              <a:rPr b="1">
                <a:solidFill/>
              </a:rPr>
              <a:t>Would the members of Team Canada 2026 in the room please stand.</a:t>
            </a:r>
          </a:p>
          <a:p>
            <a:pPr lvl="0" indent="0" marL="0">
              <a:buNone/>
            </a:pPr>
            <a:r>
              <a:rPr i="1">
                <a:solidFill/>
              </a:rPr>
              <a:t>[Applause.]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6.5 — Team Canada 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Bruno Mastropasqua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Medical Director &amp; Surgeon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Dominique Tremblay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Surgeon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Olivier Boa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Surgeon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Geneviève Coté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Anesthesiologist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Micheline Nguyen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Anesthesiologist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Jason Denis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Anesthesiologist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Maxime Caron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Anesthesiologist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Christina Ciochina Aron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Anesthesiologist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Nathalie Brisebois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Occupational Therapist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Eliane Archambault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Occupational Therapist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Lucie Demers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Nurse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Helene Pepin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Beatrice Panuta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Janet Chan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Dentist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Veronique Benhamou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Dental Assistant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Claudine Levesque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Administration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Roman Pereira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Translation &amp; Mumbai Liaison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Alex Somma &amp; Isabelle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Communications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Malcolm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Dr. Shivendra Dwivedi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President, FFPF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Hemant Dixit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FFPT Liaison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Vinod Dargan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Principal Manager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7 — The Question You Earned The Right To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When you see these numbers — when you hear that patient’s voice — when you watch Archana hold her child —</a:t>
            </a:r>
          </a:p>
          <a:p>
            <a:pPr lvl="0" indent="0" marL="0">
              <a:buNone/>
            </a:pPr>
            <a:r>
              <a:rPr>
                <a:solidFill/>
              </a:rPr>
              <a:t>The question is not </a:t>
            </a:r>
            <a:r>
              <a:rPr i="1">
                <a:solidFill/>
              </a:rPr>
              <a:t>“Was it worth it?”</a:t>
            </a:r>
          </a:p>
          <a:p>
            <a:pPr lvl="0" indent="0" marL="0">
              <a:buNone/>
            </a:pPr>
            <a:r>
              <a:rPr>
                <a:solidFill/>
              </a:rPr>
              <a:t>The question is: </a:t>
            </a:r>
            <a:r>
              <a:rPr b="1">
                <a:solidFill/>
              </a:rPr>
              <a:t>“What happens next?”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8 — What Happens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The next camps are already being planned.</a:t>
            </a:r>
          </a:p>
          <a:p>
            <a:pPr lvl="0" indent="0" marL="0">
              <a:buNone/>
            </a:pPr>
            <a:r>
              <a:rPr b="1">
                <a:solidFill/>
              </a:rPr>
              <a:t>In September, October, and November of this year, our international teams will be running three consecutive camps.</a:t>
            </a:r>
          </a:p>
          <a:p>
            <a:pPr lvl="0" indent="0" marL="0">
              <a:buNone/>
            </a:pPr>
            <a:r>
              <a:rPr b="1">
                <a:solidFill/>
              </a:rPr>
              <a:t>$12,000 sponsors one full surgical camp.</a:t>
            </a:r>
          </a:p>
          <a:p>
            <a:pPr lvl="0" indent="0" marL="0">
              <a:buNone/>
            </a:pPr>
            <a:r>
              <a:rPr>
                <a:solidFill/>
              </a:rPr>
              <a:t>That is the cost of a week of transformation. A surgical team. Supplies. Patient transport. Post-operative care. Everything.</a:t>
            </a:r>
          </a:p>
          <a:p>
            <a:pPr lvl="0" indent="0" marL="0">
              <a:buNone/>
            </a:pPr>
            <a:r>
              <a:rPr>
                <a:solidFill/>
              </a:rPr>
              <a:t>One camp. One sponsor. One week that changes lives that would otherwise never be reached.</a:t>
            </a:r>
          </a:p>
          <a:p>
            <a:pPr lvl="0" indent="0" marL="0">
              <a:buNone/>
            </a:pPr>
            <a:r>
              <a:rPr>
                <a:solidFill/>
              </a:rPr>
              <a:t>This is not a donation. This is a </a:t>
            </a:r>
            <a:r>
              <a:rPr b="1">
                <a:solidFill/>
              </a:rPr>
              <a:t>camp sponsorship</a:t>
            </a:r>
            <a:r>
              <a:rPr>
                <a:solidFill/>
              </a:rPr>
              <a:t> — your name, your legacy, attached to a specific mission in a specific place for specific patients.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9 — The Full Story — November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Tonight you saw two minutes of Archana’s story.</a:t>
            </a:r>
          </a:p>
          <a:p>
            <a:pPr lvl="0" indent="0" marL="0">
              <a:buNone/>
            </a:pPr>
            <a:r>
              <a:rPr>
                <a:solidFill/>
              </a:rPr>
              <a:t>This November, at the FFPF Benefit Dinner, you will see the full documentary.</a:t>
            </a:r>
          </a:p>
          <a:p>
            <a:pPr lvl="0" indent="0" marL="0">
              <a:buNone/>
            </a:pPr>
            <a:r>
              <a:rPr>
                <a:solidFill/>
              </a:rPr>
              <a:t>You will hear from the surgeons. You will see the results of what your sponsorship made possible.</a:t>
            </a:r>
          </a:p>
          <a:p>
            <a:pPr lvl="0" indent="0" marL="0">
              <a:buNone/>
            </a:pPr>
            <a:r>
              <a:rPr b="1">
                <a:solidFill/>
              </a:rPr>
              <a:t>I want every person in this room at a table in November. I want you to bring others to see the difference you made.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SLIDE 10 —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To our donors — you did not write a cheque. You gave this patient back their life. You gave a woman her future. You gave children parents who can work, walk, and hold them.</a:t>
            </a:r>
          </a:p>
          <a:p>
            <a:pPr lvl="0" indent="0" marL="0">
              <a:buNone/>
            </a:pPr>
            <a:r>
              <a:rPr>
                <a:solidFill/>
              </a:rPr>
              <a:t>To our volunteers — you are the hands of this foundation. We are proud of you.</a:t>
            </a:r>
          </a:p>
          <a:p>
            <a:pPr lvl="0" indent="0" marL="0">
              <a:buNone/>
            </a:pPr>
            <a:r>
              <a:rPr b="1">
                <a:solidFill/>
              </a:rPr>
              <a:t>Together, we are breaking the poverty cycle of the most disadvantaged.</a:t>
            </a:r>
          </a:p>
          <a:p>
            <a:pPr lvl="0" indent="0" marL="0">
              <a:buNone/>
            </a:pPr>
            <a:r>
              <a:rPr>
                <a:solidFill/>
              </a:rPr>
              <a:t>ffpf.org | Donate at CanadaHelps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Suggested Visuals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00"/>
                <a:gridCol w="2997200"/>
                <a:gridCol w="261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— Patient Story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Full-screen video or high-resolution patient before/after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video: 30-45 sec max. White background with FFPF red accent.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— You Did That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Warm, candid photo from the camps — a human moment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 surgery photo. A hand being held, a smile, a thank-you.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— Numbers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 infographic, white background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numbers in FFPF red (#ed1c24). Minimal text. No clip art.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— Over Three Decades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 timeline: 1988 &gt; key milestones &gt;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Photo of Dr. T.D. Dwivedi in the corner. Understated.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— Archana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Freeze frame from documentary as intro, then video plays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Ensure audio is tested. Have subtitles ready.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— 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Group photo of Team Canada 2026 in Jamkhed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volunteers stand, dim the screen and light the room.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 — Roster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 two-column table, white background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Names in black, roles in FFPF red (#ed1c24) or grey.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— Pivot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White background, text only, centered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simplicity is intentional. It creates weight before the ask.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— The Ask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$12,000</a:t>
                      </a:r>
                      <a:r>
                        <a:rPr/>
                        <a:t> centered, large, in FFPF 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Below: “One camp. One sponsor. One week.” Add: “3 camps: Sept / Oct / Nov 2026”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 — November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Still from Archana documentary + “November 2026”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Teaser energy. Think movie poster, not PowerPoint.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— Close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FFPF logo, ffpf.org, CanadaHelps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Quiet, clean, final. White background, red logo.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solidFill/>
              </a:rPr>
              <a:t>Items To Confirm Before Finalizing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solidFill/>
              </a:rPr>
              <a:t>☐ Patient for Slide 1 — CHECK with Ravi. Name, video/photo availability, permission to use story publicly</a:t>
            </a:r>
          </a:p>
          <a:p>
            <a:pPr lvl="0"/>
            <a:r>
              <a:rPr>
                <a:solidFill/>
              </a:rPr>
              <a:t>☐ Archana 2-minute documentary preview — final cut ready?</a:t>
            </a:r>
          </a:p>
          <a:p>
            <a:pPr lvl="0"/>
            <a:r>
              <a:rPr>
                <a:solidFill/>
              </a:rPr>
              <a:t>☐ Confirmed impact numbers from 2026 Jamkhed camps (or pull from Thank You videos in Media Team Google Drive)</a:t>
            </a:r>
          </a:p>
          <a:p>
            <a:pPr lvl="0"/>
            <a:r>
              <a:rPr>
                <a:solidFill/>
              </a:rPr>
              <a:t>☐ List of volunteers who want individual name recognition beyond the roster</a:t>
            </a:r>
          </a:p>
          <a:p>
            <a:pPr lvl="0"/>
            <a:r>
              <a:rPr>
                <a:solidFill/>
              </a:rPr>
              <a:t>☐ Camp sponsorship one-pagers or table cards for the ask</a:t>
            </a:r>
          </a:p>
          <a:p>
            <a:pPr lvl="0"/>
            <a:r>
              <a:rPr>
                <a:solidFill/>
              </a:rPr>
              <a:t>☐ November 2026 benefit dinner date confirmed for the closing slide</a:t>
            </a:r>
          </a:p>
          <a:p>
            <a:pPr lvl="0"/>
            <a:r>
              <a:rPr>
                <a:solidFill/>
              </a:rPr>
              <a:t>☐ Sept / Oct / Nov 2026 camp dates confirmed for Slide 8 announcement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113" y="2286000"/>
            <a:ext cx="4903773" cy="1097280"/>
          </a:xfrm>
          <a:prstGeom prst="rect">
            <a:avLst/>
          </a:prstGeom>
        </p:spPr>
      </p:pic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D1C24"/>
                </a:solidFill>
              </a:defRPr>
            </a:pPr>
            <a:r>
              <a:t>Items To Confirm Before Presenting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☐  Patient for Slide 1 — CHECK with Ravi. Name, video/photo availability, permission to use story publicly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☐  Archana 2-minute documentary preview — final cut ready?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☐  Confirmed impact numbers from 2026 Jamkhed camps (or pull from Thank You videos in Media Team Google Drive)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☐  List of volunteers who want individual name recognition beyond the roster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☐  Camp sponsorship one-pagers or table cards for the ask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☐  November 2026 benefit dinner date confirmed for the closing slide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☐  Sept / Oct / Nov 2026 camp dates confirmed for Slide 8 announcement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89" y="4503420"/>
            <a:ext cx="1634591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2026-04-19T19:44:26Z</dcterms:created>
  <dcterms:modified xsi:type="dcterms:W3CDTF">2026-04-19T19:44:26Z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